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486EA-62C0-8006-BAE1-87980A25A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86E57-4B59-145D-9FF4-71C71346F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403A8-4C0B-07C3-69B8-B4BCF0E97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A3AE3-5F77-AB0C-EBB8-6E321E717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246C0-C97F-8619-FF6C-B4E9011AF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95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6C674-0468-F070-3A04-A6E9ACFB2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67D4F-7240-B736-8917-D4CDC22B0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BA601-56FC-5DDA-8E93-DF11F930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2D20A-C4DE-7469-E398-B0DE28416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AAB592-FE91-E859-1605-FE240688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711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0D2E2-27BC-AB32-61CE-2AADE241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44DEF-94BE-C1FD-4B53-59EEDF3BE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6C6B63-0CC5-A8D8-B68A-73C1564F8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07028-6B02-9C6C-8CE8-7859C80DD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AF32C-CBAF-C03C-8E78-323A35C2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909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E191-D5D1-9102-4324-4A73AD7E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EA3EE-55D2-692D-3434-1C1296CF2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C4011C-5316-D73E-6508-2CD44A07BF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89297-C9E2-6043-41D7-99D798814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902BC-590F-BFD2-4A08-57E6DC8FE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19463-38A2-01DC-ED21-2AC4800F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0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1AB95-F6D0-956A-69C2-48018063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60D4A-13ED-821E-0E9F-9112101C4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DC0D0-4614-BDAE-429B-526982989F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0F728-A00D-4574-D967-5B29B76D19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6C2B07-BE3A-6843-7A6F-E262AE9DCF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E6607F-75AF-0015-6B5B-D86D0B4D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8A30F-415F-FADA-1B5B-E44C3989B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7FD2FA-A87E-EA13-644C-F389EB11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85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DC725-456B-3BFF-7C7D-BE504D3F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C08D3-82DC-3855-9F65-4B7FBB75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FA8C7E-686C-F67B-7A0B-DD3C081EF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3CA109-6384-1461-359B-D35A0CB4D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62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1191BE-66D1-24C6-EDEB-D4E73F1B8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8151FF-B72A-5BFE-36AB-48DBE6824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9D041-ED3D-51C6-C105-27C3354D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67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8F48D-C700-7042-7948-A48231E28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333E8-4655-160E-A74B-34AB162F7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B4F89-3B58-9E41-E4F2-D8DADFDF19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070097-6F40-8781-8DD2-D79E1778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AE48A7-96D9-F03B-EE32-6624FF21D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D4C133-7D6F-FEFB-4322-9D99A091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16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7CE4C-18BC-F61D-5605-9EBFEB802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3F1493-B1E5-EDF8-EBAC-ACDF3A1207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57C816-55F5-C4A1-4143-27D597328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24B4FA-D34C-62FA-A0B4-9D346388C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83CABA-5FDF-9300-61F5-305FEC33F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77461E-FADD-779A-DF0E-E36417ED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594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E5CB7-D700-F616-2557-631BAF13A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C86E7-2955-FEDE-17D3-62FAEFD74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D4E29-6F0F-801D-A767-5EFFDC8A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6204D-18A8-EF6C-639B-9F60607F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7C540-9D72-1D55-AB3F-D7D70C01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242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182A72-FD51-7C94-5440-340A57FD8F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EA233F-244C-B97C-3010-9369D21BE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FED70C-44E9-3C6D-C0B4-A645E2B6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C5B66-7C5A-D1E2-9AF6-3FF99251E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550A7-1FA6-544E-4467-1667A6E3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43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348A35-3A50-9625-A696-653F0CA83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F12E3-E8C6-BAF3-0E2D-31BA688C89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D23B7-1DD3-AB87-206A-5630983C4C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1C645-44DE-F997-74C9-66464CF7E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F6E65-C7B3-5511-BB11-0587BC31D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4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9/11/myths-about-web-scraping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yondbenign.org/about/k12_overview_icon_profdev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arcus-povey.co.uk/2015/08/20/fixing-firefox-sync-on-debian-jessie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312" y="-440975"/>
            <a:ext cx="6858000" cy="2387600"/>
          </a:xfrm>
        </p:spPr>
        <p:txBody>
          <a:bodyPr/>
          <a:lstStyle/>
          <a:p>
            <a:pPr algn="l"/>
            <a:r>
              <a:rPr dirty="0"/>
              <a:t>Web Scraping Project Using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0352" y="2093278"/>
            <a:ext cx="6858000" cy="457898"/>
          </a:xfrm>
        </p:spPr>
        <p:txBody>
          <a:bodyPr/>
          <a:lstStyle/>
          <a:p>
            <a:r>
              <a:rPr dirty="0"/>
              <a:t>Scraping Amazon Product Data and Saving to CSV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E1B2CB-9A99-212A-4666-C2E5ACF53A4B}"/>
              </a:ext>
            </a:extLst>
          </p:cNvPr>
          <p:cNvSpPr/>
          <p:nvPr/>
        </p:nvSpPr>
        <p:spPr>
          <a:xfrm>
            <a:off x="7882128" y="0"/>
            <a:ext cx="126187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564A1A-201B-BC3F-E5D6-1D517C645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1449"/>
          <a:stretch>
            <a:fillRect/>
          </a:stretch>
        </p:blipFill>
        <p:spPr>
          <a:xfrm>
            <a:off x="4572000" y="2697829"/>
            <a:ext cx="3190494" cy="3333750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3BD62B7A-8D06-CFF2-D553-D4F2B0EB004C}"/>
              </a:ext>
            </a:extLst>
          </p:cNvPr>
          <p:cNvSpPr txBox="1">
            <a:spLocks/>
          </p:cNvSpPr>
          <p:nvPr/>
        </p:nvSpPr>
        <p:spPr>
          <a:xfrm>
            <a:off x="210312" y="5077206"/>
            <a:ext cx="3776472" cy="1543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NAME: YUKTTAM SHRIVASTAVA</a:t>
            </a:r>
          </a:p>
          <a:p>
            <a:pPr algn="l"/>
            <a:r>
              <a:rPr lang="en-US" dirty="0"/>
              <a:t>COURSE: BBA DA&amp;AI </a:t>
            </a:r>
          </a:p>
          <a:p>
            <a:pPr algn="l"/>
            <a:r>
              <a:rPr lang="en-US" dirty="0"/>
              <a:t>SEM: IV</a:t>
            </a:r>
          </a:p>
          <a:p>
            <a:pPr algn="l"/>
            <a:r>
              <a:rPr lang="en-US" dirty="0"/>
              <a:t>YEAR:II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" y="155766"/>
            <a:ext cx="4187952" cy="776922"/>
          </a:xfrm>
        </p:spPr>
        <p:txBody>
          <a:bodyPr>
            <a:normAutofit/>
          </a:bodyPr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Objective: Extract product data from Amazon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• Tools: Python, Requests, </a:t>
            </a:r>
            <a:r>
              <a:rPr lang="en-US" sz="2400" dirty="0" err="1"/>
              <a:t>BeautifulSoup</a:t>
            </a:r>
            <a:r>
              <a:rPr lang="en-US" sz="2400" dirty="0"/>
              <a:t>, Pandas</a:t>
            </a:r>
          </a:p>
          <a:p>
            <a:pPr marL="0" indent="0">
              <a:buNone/>
            </a:pPr>
            <a:r>
              <a:rPr sz="2400" dirty="0"/>
              <a:t>• Output: CSV file with Product Name, Price, and Rating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6A9CA-7148-C1F0-B6E4-308F4787F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572001" y="3357944"/>
            <a:ext cx="2819019" cy="28190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906C0F-6C44-77FF-3114-3CD77F1E60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888303" y="3701415"/>
            <a:ext cx="2274188" cy="227418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920CBCF-55FF-B1F0-36C3-1A27D1F70F2D}"/>
              </a:ext>
            </a:extLst>
          </p:cNvPr>
          <p:cNvSpPr/>
          <p:nvPr/>
        </p:nvSpPr>
        <p:spPr>
          <a:xfrm>
            <a:off x="7882128" y="0"/>
            <a:ext cx="126187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Import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requests - to send HTTP requests</a:t>
            </a:r>
          </a:p>
          <a:p>
            <a:r>
              <a:rPr dirty="0"/>
              <a:t> bs4 (</a:t>
            </a:r>
            <a:r>
              <a:rPr dirty="0" err="1"/>
              <a:t>BeautifulSoup</a:t>
            </a:r>
            <a:r>
              <a:rPr dirty="0"/>
              <a:t>) - to parse HTML content</a:t>
            </a:r>
          </a:p>
          <a:p>
            <a:r>
              <a:rPr dirty="0"/>
              <a:t> pandas - to save data into a CSV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F49A2-3252-1E11-95A0-2FDCC70DC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80" y="3696473"/>
            <a:ext cx="6874791" cy="24296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C53ED1-9FC6-2270-0193-1F04D046F35B}"/>
              </a:ext>
            </a:extLst>
          </p:cNvPr>
          <p:cNvSpPr/>
          <p:nvPr/>
        </p:nvSpPr>
        <p:spPr>
          <a:xfrm>
            <a:off x="7882128" y="0"/>
            <a:ext cx="126187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4846320" cy="722058"/>
          </a:xfrm>
        </p:spPr>
        <p:txBody>
          <a:bodyPr>
            <a:normAutofit/>
          </a:bodyPr>
          <a:lstStyle/>
          <a:p>
            <a:pPr algn="l"/>
            <a:r>
              <a:rPr dirty="0"/>
              <a:t>Send HTTP Request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1289"/>
            <a:ext cx="8229600" cy="1664208"/>
          </a:xfrm>
        </p:spPr>
        <p:txBody>
          <a:bodyPr>
            <a:normAutofit/>
          </a:bodyPr>
          <a:lstStyle/>
          <a:p>
            <a:r>
              <a:rPr sz="2000" dirty="0"/>
              <a:t>Define the product search term</a:t>
            </a:r>
          </a:p>
          <a:p>
            <a:r>
              <a:rPr sz="2000" dirty="0"/>
              <a:t>Set up headers to mimic a browser</a:t>
            </a:r>
          </a:p>
          <a:p>
            <a:r>
              <a:rPr sz="2000" dirty="0"/>
              <a:t>Send request using </a:t>
            </a:r>
            <a:r>
              <a:rPr sz="2000" dirty="0" err="1"/>
              <a:t>requests.get</a:t>
            </a:r>
            <a:r>
              <a:rPr sz="2000" dirty="0"/>
              <a:t>()</a:t>
            </a:r>
          </a:p>
          <a:p>
            <a:r>
              <a:rPr sz="2000" dirty="0"/>
              <a:t>Parse response with </a:t>
            </a:r>
            <a:r>
              <a:rPr sz="2000" dirty="0" err="1"/>
              <a:t>BeautifulSoup</a:t>
            </a:r>
            <a:endParaRPr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A06D4A-CE05-C925-A26F-AF87ECF1C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3" y="3026664"/>
            <a:ext cx="6834106" cy="175564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11BE2C4-2D56-6CC0-A586-381CBEF3C983}"/>
              </a:ext>
            </a:extLst>
          </p:cNvPr>
          <p:cNvSpPr/>
          <p:nvPr/>
        </p:nvSpPr>
        <p:spPr>
          <a:xfrm>
            <a:off x="7882128" y="0"/>
            <a:ext cx="126187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867144" cy="356298"/>
          </a:xfrm>
        </p:spPr>
        <p:txBody>
          <a:bodyPr>
            <a:normAutofit fontScale="90000"/>
          </a:bodyPr>
          <a:lstStyle/>
          <a:p>
            <a:pPr algn="l"/>
            <a:r>
              <a:rPr dirty="0"/>
              <a:t>Extract Product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456" y="845503"/>
            <a:ext cx="8229600" cy="2221992"/>
          </a:xfrm>
        </p:spPr>
        <p:txBody>
          <a:bodyPr>
            <a:normAutofit lnSpcReduction="10000"/>
          </a:bodyPr>
          <a:lstStyle/>
          <a:p>
            <a:r>
              <a:rPr sz="2000" dirty="0"/>
              <a:t>Loop through search result containers</a:t>
            </a:r>
          </a:p>
          <a:p>
            <a:r>
              <a:rPr sz="2000" dirty="0"/>
              <a:t>Extract:</a:t>
            </a:r>
          </a:p>
          <a:p>
            <a:r>
              <a:rPr sz="2000" dirty="0"/>
              <a:t>Product Name</a:t>
            </a:r>
          </a:p>
          <a:p>
            <a:r>
              <a:rPr sz="2000" dirty="0"/>
              <a:t>Price</a:t>
            </a:r>
          </a:p>
          <a:p>
            <a:r>
              <a:rPr sz="2000" dirty="0"/>
              <a:t>Rating</a:t>
            </a:r>
          </a:p>
          <a:p>
            <a:r>
              <a:rPr sz="2000" dirty="0"/>
              <a:t>Append data to lists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E60A34-8C58-F89A-9653-0D9C859C1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3185929"/>
            <a:ext cx="7523572" cy="29954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6A10B21-770C-4033-719C-818986F7F0FE}"/>
              </a:ext>
            </a:extLst>
          </p:cNvPr>
          <p:cNvSpPr/>
          <p:nvPr/>
        </p:nvSpPr>
        <p:spPr>
          <a:xfrm>
            <a:off x="7882128" y="0"/>
            <a:ext cx="126187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4041648" cy="722058"/>
          </a:xfrm>
        </p:spPr>
        <p:txBody>
          <a:bodyPr>
            <a:normAutofit/>
          </a:bodyPr>
          <a:lstStyle/>
          <a:p>
            <a:pPr algn="l"/>
            <a:r>
              <a:rPr dirty="0"/>
              <a:t>Save Data to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236208" cy="1828800"/>
          </a:xfrm>
        </p:spPr>
        <p:txBody>
          <a:bodyPr>
            <a:normAutofit/>
          </a:bodyPr>
          <a:lstStyle/>
          <a:p>
            <a:r>
              <a:rPr sz="2000" dirty="0"/>
              <a:t>Create a </a:t>
            </a:r>
            <a:r>
              <a:rPr sz="2000" dirty="0" err="1"/>
              <a:t>DataFrame</a:t>
            </a:r>
            <a:r>
              <a:rPr sz="2000" dirty="0"/>
              <a:t> using pandas</a:t>
            </a:r>
          </a:p>
          <a:p>
            <a:r>
              <a:rPr sz="2000" dirty="0"/>
              <a:t>Save data to a CSV file</a:t>
            </a:r>
          </a:p>
          <a:p>
            <a:r>
              <a:rPr sz="2000" dirty="0"/>
              <a:t>File: 'amazon_products.csv'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33F32-EC49-CA04-DB04-E1D407391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16" y="3154520"/>
            <a:ext cx="7052060" cy="31182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7C2D206-43D1-D230-3F4B-320E77103497}"/>
              </a:ext>
            </a:extLst>
          </p:cNvPr>
          <p:cNvSpPr/>
          <p:nvPr/>
        </p:nvSpPr>
        <p:spPr>
          <a:xfrm>
            <a:off x="7882128" y="0"/>
            <a:ext cx="126187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Possible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Scrape multiple pages</a:t>
            </a:r>
          </a:p>
          <a:p>
            <a:pPr marL="0" indent="0">
              <a:buNone/>
            </a:pPr>
            <a:r>
              <a:rPr dirty="0"/>
              <a:t>• Use Selenium for dynamic websites</a:t>
            </a:r>
          </a:p>
          <a:p>
            <a:pPr marL="0" indent="0">
              <a:buNone/>
            </a:pPr>
            <a:r>
              <a:rPr dirty="0"/>
              <a:t>• Add GUI using </a:t>
            </a:r>
            <a:r>
              <a:rPr dirty="0" err="1"/>
              <a:t>tkinter</a:t>
            </a:r>
            <a:endParaRPr dirty="0"/>
          </a:p>
          <a:p>
            <a:pPr marL="0" indent="0">
              <a:buNone/>
            </a:pPr>
            <a:r>
              <a:rPr dirty="0"/>
              <a:t>• Schedule scraping with </a:t>
            </a:r>
            <a:r>
              <a:rPr dirty="0" err="1"/>
              <a:t>cron</a:t>
            </a:r>
            <a:r>
              <a:rPr dirty="0"/>
              <a:t> or Task Scheduler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C04645-BCA0-013D-727A-71E4E4E338BA}"/>
              </a:ext>
            </a:extLst>
          </p:cNvPr>
          <p:cNvSpPr/>
          <p:nvPr/>
        </p:nvSpPr>
        <p:spPr>
          <a:xfrm>
            <a:off x="7882128" y="0"/>
            <a:ext cx="1261872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186</Words>
  <Application>Microsoft Office PowerPoint</Application>
  <PresentationFormat>On-screen Show (4:3)</PresentationFormat>
  <Paragraphs>35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Web Scraping Project Using Python</vt:lpstr>
      <vt:lpstr>Project Overview</vt:lpstr>
      <vt:lpstr>Step 1: Import Libraries</vt:lpstr>
      <vt:lpstr>Send HTTP Request</vt:lpstr>
      <vt:lpstr>Extract Product Data</vt:lpstr>
      <vt:lpstr>Save Data to CSV</vt:lpstr>
      <vt:lpstr>Possible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yukttam shrivastava</cp:lastModifiedBy>
  <cp:revision>2</cp:revision>
  <dcterms:created xsi:type="dcterms:W3CDTF">2013-01-27T09:14:16Z</dcterms:created>
  <dcterms:modified xsi:type="dcterms:W3CDTF">2025-06-07T07:47:59Z</dcterms:modified>
  <cp:category/>
</cp:coreProperties>
</file>